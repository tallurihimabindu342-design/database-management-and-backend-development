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pic>
        <p:nvPicPr>
          <p:cNvPr id="4" name="Image 0" descr="/home/claude/telemed_ppt/icons/hospit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96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 |  SECTION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TELEMEDICINE</a:t>
            </a:r>
            <a:endParaRPr lang="en-US" sz="44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SYSTEM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68680" y="3794760"/>
            <a:ext cx="329184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977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Intelligent &amp; Database-Driven Healthcare Platform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0292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Talluri HimaBindu Sree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2520030484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0560" y="50292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Nithya Sai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2520030517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92440" y="489204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Telemedicine Consultation System is a centralized healthcare platform that connects Patients, Doctors and Administrators on a single, secure environment for consultations, records and clinical decision support.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597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telemed_ppt/icons/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786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6334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appointments, consults doctors, views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24597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telemed_ppt/icons/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5786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66360" y="26334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consultations, prescriptions, patient history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6384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65008" y="24597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telemed_ppt/icons/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786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823960" y="26334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users, data integrity and system operations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MANAGED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931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Doctor Profiles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364992" y="3931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3364992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81344" y="3931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181344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997696" y="3931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997696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4352544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364992" y="4352544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364992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History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81344" y="4352544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181344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997696" y="4352544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8997696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Layer: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and Express.js provide the API layer; MongoDB with Mongoose deliver schema-based modeling, validation, relationships, querying, indexing and aggregation.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pic>
        <p:nvPicPr>
          <p:cNvPr id="39" name="Image 3" descr="/home/claude/telemed_ppt/icons/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" y="5641848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474927" y="5614416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pic>
        <p:nvPicPr>
          <p:cNvPr id="41" name="Image 4" descr="/home/claude/telemed_ppt/icons/langu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638" y="5641848"/>
            <a:ext cx="329184" cy="32918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693262" y="5614416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950" dirty="0"/>
          </a:p>
        </p:txBody>
      </p:sp>
      <p:pic>
        <p:nvPicPr>
          <p:cNvPr id="43" name="Image 5" descr="/home/claude/telemed_ppt/icons/weath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972" y="564184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911596" y="5614416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Air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Info</a:t>
            </a:r>
            <a:endParaRPr lang="en-US" sz="950" dirty="0"/>
          </a:p>
        </p:txBody>
      </p:sp>
      <p:pic>
        <p:nvPicPr>
          <p:cNvPr id="45" name="Image 6" descr="/home/claude/telemed_ppt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9306" y="5641848"/>
            <a:ext cx="329184" cy="3291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129930" y="5614416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Disease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pic>
        <p:nvPicPr>
          <p:cNvPr id="47" name="Image 7" descr="/home/claude/telemed_ppt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7641" y="5641848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348265" y="5614416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Health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Telemedicine Consultation System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612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information is often distributed across different processes and touchpoints.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 and appointment information need to remain connected and consistent.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219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records, prescriptions and consultation history require centralized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523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healthcare users require controlled, role-based access to information.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8269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healthcare data requires efficient storage, retrieval and analysis.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130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benefit from intelligent services that provide timely guidance.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6537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72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secure and centralized healthcare system efficiently manage interconnected patient and clinical information while supporting intelligent healthcare services?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12344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2344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9564624" y="2002536"/>
            <a:ext cx="164592" cy="12801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21488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21488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Entities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9564624" y="2916936"/>
            <a:ext cx="164592" cy="12801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30632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30632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Records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10800000">
            <a:off x="9564624" y="3831336"/>
            <a:ext cx="164592" cy="12801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39776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0" y="39776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Centralized Management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9564624" y="4745736"/>
            <a:ext cx="164592" cy="12801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48920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00A896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0" y="48920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Intelligent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Telemedicine Consultation System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651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5394960" cy="2834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telemed_ppt/icons/cross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624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34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4672" y="205740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19202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information maintained across separate systems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" y="277063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6334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between appointments, consultations and records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" y="3483864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3467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difficult to access as a unified record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" y="4197096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059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often requires separate manual processes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" y="4910328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77316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of intelligent healthcare services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4672" y="562356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4864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information management is often inconsistent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123444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6510">
            <a:solidFill>
              <a:srgbClr val="00A89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3640" y="123444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00A896"/>
          </a:solidFill>
          <a:ln/>
        </p:spPr>
      </p:sp>
      <p:sp>
        <p:nvSpPr>
          <p:cNvPr id="23" name="Shape 20"/>
          <p:cNvSpPr/>
          <p:nvPr/>
        </p:nvSpPr>
        <p:spPr>
          <a:xfrm>
            <a:off x="6263640" y="1517904"/>
            <a:ext cx="5394960" cy="2834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4" name="Image 1" descr="/home/claude/telemed_ppt/icons/check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362456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03720" y="1234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519672" y="20574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19202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telemedicine platform for Patients, Doctors &amp; Admins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19672" y="277063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26334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management of appointments, consultations &amp; records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19672" y="348386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3467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for persistent, schema-based data storage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519672" y="41970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059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REST API backend with validation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519672" y="491032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77316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operations, filtering, indexing and aggregation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519672" y="56235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4864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authentication and AI-driven services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Telemedicine Consultation System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5272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telemed_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441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1978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146304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Doctor · Administrator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 rot="10800000">
            <a:off x="4453128" y="1815084"/>
            <a:ext cx="146304" cy="8229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911096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24306B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02082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telemed_ppt/icons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12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19659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98448" y="2231136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4453128" y="2583180"/>
            <a:ext cx="146304" cy="8229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2679192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" y="278892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/home/claude/telemed_ppt/icons/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8036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27340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BACKEND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98448" y="2999232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 —  REST APIs · Controllers · Services · Middleware · Auth · Validation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10800000">
            <a:off x="4453128" y="3351276"/>
            <a:ext cx="146304" cy="8229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3447288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24306B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4944" y="355701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/home/claude/telemed_ppt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6484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35021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98448" y="3767328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 —  Models · Schemas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 rot="10800000">
            <a:off x="4453128" y="4119372"/>
            <a:ext cx="146304" cy="82296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" y="4215384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4944" y="432511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4" descr="/home/claude/telemed_ppt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41655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270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298448" y="4535424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50383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DATABASE ENTITIES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48640" y="5312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8640" y="531266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606040" y="5312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606040" y="531266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663440" y="5312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63440" y="531266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720840" y="5312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720840" y="531266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48640" y="5696712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48640" y="56967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2606040" y="5696712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606040" y="56967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663440" y="5696712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663440" y="56967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6720840" y="5696712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24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720840" y="56967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History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823960" y="1143000"/>
            <a:ext cx="2816352" cy="3730752"/>
          </a:xfrm>
          <a:prstGeom prst="roundRect">
            <a:avLst>
              <a:gd name="adj" fmla="val 2597"/>
            </a:avLst>
          </a:prstGeom>
          <a:solidFill>
            <a:srgbClr val="24306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006840" y="128016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&amp; INTELLIGENT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250" dirty="0"/>
          </a:p>
        </p:txBody>
      </p:sp>
      <p:sp>
        <p:nvSpPr>
          <p:cNvPr id="52" name="Shape 45"/>
          <p:cNvSpPr/>
          <p:nvPr/>
        </p:nvSpPr>
        <p:spPr>
          <a:xfrm>
            <a:off x="9006840" y="19659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3" name="Image 5" descr="/home/claude/telemed_ppt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2048256"/>
            <a:ext cx="219456" cy="219456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9509760" y="196596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9006840" y="25328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6" name="Image 6" descr="/home/claude/telemed_ppt/icons/weath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36" y="2615184"/>
            <a:ext cx="219456" cy="21945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9509760" y="253288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9006840" y="30998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9" name="Image 7" descr="/home/claude/telemed_ppt/icons/ale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9136" y="3182112"/>
            <a:ext cx="219456" cy="219456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9509760" y="309981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Disease Feed</a:t>
            </a:r>
            <a:endParaRPr lang="en-US" sz="1050" dirty="0"/>
          </a:p>
        </p:txBody>
      </p:sp>
      <p:sp>
        <p:nvSpPr>
          <p:cNvPr id="61" name="Shape 51"/>
          <p:cNvSpPr/>
          <p:nvPr/>
        </p:nvSpPr>
        <p:spPr>
          <a:xfrm>
            <a:off x="9006840" y="36667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2" name="Image 8" descr="/home/claude/telemed_ppt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36" y="3749040"/>
            <a:ext cx="219456" cy="219456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9509760" y="3666744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Health Advisories</a:t>
            </a:r>
            <a:endParaRPr lang="en-US" sz="1050" dirty="0"/>
          </a:p>
        </p:txBody>
      </p:sp>
      <p:sp>
        <p:nvSpPr>
          <p:cNvPr id="64" name="Text 53"/>
          <p:cNvSpPr/>
          <p:nvPr/>
        </p:nvSpPr>
        <p:spPr>
          <a:xfrm>
            <a:off x="9006840" y="428853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Backend layer only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8503920" y="3008376"/>
            <a:ext cx="3200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  <a:tailEnd type="triangle"/>
          </a:ln>
        </p:spPr>
      </p:sp>
      <p:sp>
        <p:nvSpPr>
          <p:cNvPr id="66" name="Text 5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Telemedicine Consultation System</a:t>
            </a:r>
            <a:endParaRPr lang="en-US" sz="1000" dirty="0"/>
          </a:p>
        </p:txBody>
      </p:sp>
      <p:sp>
        <p:nvSpPr>
          <p:cNvPr id="67" name="Text 5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35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elemed_ppt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4672" y="209397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24231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2951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6243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62272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435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telemed_ppt/icons/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5361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9512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718304" y="209397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4919472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18304" y="24231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919472" y="22951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18304" y="27523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4919472" y="26243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375904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577072" y="1435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2" descr="/home/claude/telemed_pp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1536192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153144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8631936" y="209397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6"/>
          <p:cNvSpPr/>
          <p:nvPr/>
        </p:nvSpPr>
        <p:spPr>
          <a:xfrm>
            <a:off x="8833104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631936" y="24231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8"/>
          <p:cNvSpPr/>
          <p:nvPr/>
        </p:nvSpPr>
        <p:spPr>
          <a:xfrm>
            <a:off x="8833104" y="22951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382219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49808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3" descr="/home/claude/telemed_pp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2394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2588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804672" y="46817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3"/>
          <p:cNvSpPr/>
          <p:nvPr/>
        </p:nvSpPr>
        <p:spPr>
          <a:xfrm>
            <a:off x="1005840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804672" y="501091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5"/>
          <p:cNvSpPr/>
          <p:nvPr/>
        </p:nvSpPr>
        <p:spPr>
          <a:xfrm>
            <a:off x="1005840" y="48828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804672" y="534009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37"/>
          <p:cNvSpPr/>
          <p:nvPr/>
        </p:nvSpPr>
        <p:spPr>
          <a:xfrm>
            <a:off x="1005840" y="5212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462272" y="382219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466344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4" descr="/home/claude/telemed_ppt/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123944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239512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EXTERNAL SERVICES</a:t>
            </a:r>
            <a:endParaRPr lang="en-US" sz="1350" dirty="0"/>
          </a:p>
        </p:txBody>
      </p:sp>
      <p:sp>
        <p:nvSpPr>
          <p:cNvPr id="48" name="Shape 41"/>
          <p:cNvSpPr/>
          <p:nvPr/>
        </p:nvSpPr>
        <p:spPr>
          <a:xfrm>
            <a:off x="4718304" y="46817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2"/>
          <p:cNvSpPr/>
          <p:nvPr/>
        </p:nvSpPr>
        <p:spPr>
          <a:xfrm>
            <a:off x="4919472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4718304" y="501091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Text 44"/>
          <p:cNvSpPr/>
          <p:nvPr/>
        </p:nvSpPr>
        <p:spPr>
          <a:xfrm>
            <a:off x="4919472" y="48828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4718304" y="534009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46"/>
          <p:cNvSpPr/>
          <p:nvPr/>
        </p:nvSpPr>
        <p:spPr>
          <a:xfrm>
            <a:off x="4919472" y="5212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Disease Feed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4718304" y="566928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Text 48"/>
          <p:cNvSpPr/>
          <p:nvPr/>
        </p:nvSpPr>
        <p:spPr>
          <a:xfrm>
            <a:off x="4919472" y="55412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Health Advisory API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8375904" y="382219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7" name="Shape 50"/>
          <p:cNvSpPr/>
          <p:nvPr/>
        </p:nvSpPr>
        <p:spPr>
          <a:xfrm>
            <a:off x="8577072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8" name="Image 5" descr="/home/claude/telemed_ppt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4123944"/>
            <a:ext cx="256032" cy="256032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9153144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TESTING</a:t>
            </a:r>
            <a:endParaRPr lang="en-US" sz="1350" dirty="0"/>
          </a:p>
        </p:txBody>
      </p:sp>
      <p:sp>
        <p:nvSpPr>
          <p:cNvPr id="60" name="Shape 52"/>
          <p:cNvSpPr/>
          <p:nvPr/>
        </p:nvSpPr>
        <p:spPr>
          <a:xfrm>
            <a:off x="8631936" y="46817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1" name="Text 53"/>
          <p:cNvSpPr/>
          <p:nvPr/>
        </p:nvSpPr>
        <p:spPr>
          <a:xfrm>
            <a:off x="8833104" y="4553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8631936" y="501091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3" name="Text 55"/>
          <p:cNvSpPr/>
          <p:nvPr/>
        </p:nvSpPr>
        <p:spPr>
          <a:xfrm>
            <a:off x="8833104" y="48828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8631936" y="534009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5" name="Text 57"/>
          <p:cNvSpPr/>
          <p:nvPr/>
        </p:nvSpPr>
        <p:spPr>
          <a:xfrm>
            <a:off x="8833104" y="5212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8631936" y="5669280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7" name="Text 59"/>
          <p:cNvSpPr/>
          <p:nvPr/>
        </p:nvSpPr>
        <p:spPr>
          <a:xfrm>
            <a:off x="8833104" y="55412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 — PostgreSQL</a:t>
            </a:r>
            <a:endParaRPr lang="en-US" sz="1100" dirty="0"/>
          </a:p>
        </p:txBody>
      </p:sp>
      <p:sp>
        <p:nvSpPr>
          <p:cNvPr id="68" name="Text 6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Telemedicine Consultation System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2026-08-28T04:20:31Z</dcterms:created>
  <dcterms:modified xsi:type="dcterms:W3CDTF">2026-08-28T04:20:31Z</dcterms:modified>
</cp:coreProperties>
</file>